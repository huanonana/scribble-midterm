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1ac16a089407d" /><Relationship Type="http://schemas.openxmlformats.org/officeDocument/2006/relationships/extended-properties" Target="/docProps/app.xml" Id="Rb783b14301924d51" /><Relationship Type="http://schemas.openxmlformats.org/officeDocument/2006/relationships/officeDocument" Target="/ppt/presentation.xml" Id="R4fd02c66a9614e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415c88de0e494c"/>
  </p:sldMasterIdLst>
  <p:notesMasterIdLst>
    <p:notesMasterId xmlns:r="http://schemas.openxmlformats.org/officeDocument/2006/relationships" r:id="R49120d8447f64fc5"/>
  </p:notesMasterIdLst>
  <p:sldIdLst>
    <p:sldId xmlns:r="http://schemas.openxmlformats.org/officeDocument/2006/relationships" id="256" r:id="Re251a44344ce411d"/>
    <p:sldId xmlns:r="http://schemas.openxmlformats.org/officeDocument/2006/relationships" id="257" r:id="R97f12d89a1d441d1"/>
    <p:sldId xmlns:r="http://schemas.openxmlformats.org/officeDocument/2006/relationships" id="258" r:id="R313d285f8213438c"/>
    <p:sldId xmlns:r="http://schemas.openxmlformats.org/officeDocument/2006/relationships" id="259" r:id="Rd339c7dd4af84c6c"/>
    <p:sldId xmlns:r="http://schemas.openxmlformats.org/officeDocument/2006/relationships" id="260" r:id="R1bbd3928dc024ea0"/>
    <p:sldId xmlns:r="http://schemas.openxmlformats.org/officeDocument/2006/relationships" id="261" r:id="R43d4ce7882954ec9"/>
    <p:sldId xmlns:r="http://schemas.openxmlformats.org/officeDocument/2006/relationships" id="262" r:id="Rb82a2853842a42eb"/>
    <p:sldId xmlns:r="http://schemas.openxmlformats.org/officeDocument/2006/relationships" id="263" r:id="R309d7a53aa0f467e"/>
    <p:sldId xmlns:r="http://schemas.openxmlformats.org/officeDocument/2006/relationships" id="264" r:id="R0b2846f9b4994ec3"/>
    <p:sldId xmlns:r="http://schemas.openxmlformats.org/officeDocument/2006/relationships" id="265" r:id="Rd0b6cb7a07ee4a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4328b1dfad427e" /><Relationship Type="http://schemas.openxmlformats.org/officeDocument/2006/relationships/slideMaster" Target="/ppt/slideMasters/slideMaster1.xml" Id="R69415c88de0e494c" /><Relationship Type="http://schemas.openxmlformats.org/officeDocument/2006/relationships/notesMaster" Target="/ppt/notesMasters/notesMaster1.xml" Id="R49120d8447f64fc5" /><Relationship Type="http://schemas.openxmlformats.org/officeDocument/2006/relationships/presProps" Target="/ppt/presProps.xml" Id="Reb7829668c184e5c" /><Relationship Type="http://schemas.openxmlformats.org/officeDocument/2006/relationships/viewProps" Target="/ppt/viewProps.xml" Id="R58364018f8044551" /><Relationship Type="http://schemas.openxmlformats.org/officeDocument/2006/relationships/tableStyles" Target="/ppt/tableStyles.xml" Id="Ra4307f3903954e34" /><Relationship Type="http://schemas.openxmlformats.org/officeDocument/2006/relationships/slide" Target="/ppt/slides/slide1.xml" Id="Re251a44344ce411d" /><Relationship Type="http://schemas.openxmlformats.org/officeDocument/2006/relationships/slide" Target="/ppt/slides/slide2.xml" Id="R97f12d89a1d441d1" /><Relationship Type="http://schemas.openxmlformats.org/officeDocument/2006/relationships/slide" Target="/ppt/slides/slide3.xml" Id="R313d285f8213438c" /><Relationship Type="http://schemas.openxmlformats.org/officeDocument/2006/relationships/slide" Target="/ppt/slides/slide4.xml" Id="Rd339c7dd4af84c6c" /><Relationship Type="http://schemas.openxmlformats.org/officeDocument/2006/relationships/slide" Target="/ppt/slides/slide5.xml" Id="R1bbd3928dc024ea0" /><Relationship Type="http://schemas.openxmlformats.org/officeDocument/2006/relationships/slide" Target="/ppt/slides/slide6.xml" Id="R43d4ce7882954ec9" /><Relationship Type="http://schemas.openxmlformats.org/officeDocument/2006/relationships/slide" Target="/ppt/slides/slide7.xml" Id="Rb82a2853842a42eb" /><Relationship Type="http://schemas.openxmlformats.org/officeDocument/2006/relationships/slide" Target="/ppt/slides/slide8.xml" Id="R309d7a53aa0f467e" /><Relationship Type="http://schemas.openxmlformats.org/officeDocument/2006/relationships/slide" Target="/ppt/slides/slide9.xml" Id="R0b2846f9b4994ec3" /><Relationship Type="http://schemas.openxmlformats.org/officeDocument/2006/relationships/slide" Target="/ppt/slides/slide10.xml" Id="Rd0b6cb7a07ee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c3d6a5af3a40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86af735ca4481" /><Relationship Type="http://schemas.openxmlformats.org/officeDocument/2006/relationships/notesMaster" Target="/ppt/notesMasters/notesMaster1.xml" Id="R9f7f08a47f58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4dd0d1d9a457d" /><Relationship Type="http://schemas.openxmlformats.org/officeDocument/2006/relationships/notesMaster" Target="/ppt/notesMasters/notesMaster1.xml" Id="R77511539a740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a1c545e9e14da7" /><Relationship Type="http://schemas.openxmlformats.org/officeDocument/2006/relationships/notesMaster" Target="/ppt/notesMasters/notesMaster1.xml" Id="R16e2b88079774e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4707b7222140fb" /><Relationship Type="http://schemas.openxmlformats.org/officeDocument/2006/relationships/notesMaster" Target="/ppt/notesMasters/notesMaster1.xml" Id="R452fce60067b4c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904992bb0644ce" /><Relationship Type="http://schemas.openxmlformats.org/officeDocument/2006/relationships/notesMaster" Target="/ppt/notesMasters/notesMaster1.xml" Id="Rf585a72d5dcf4d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45f0d317104d22" /><Relationship Type="http://schemas.openxmlformats.org/officeDocument/2006/relationships/notesMaster" Target="/ppt/notesMasters/notesMaster1.xml" Id="Rb6f94d59842c44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e1bec291134e87" /><Relationship Type="http://schemas.openxmlformats.org/officeDocument/2006/relationships/notesMaster" Target="/ppt/notesMasters/notesMaster1.xml" Id="R9466254aea8545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1bcc380bd40f0" /><Relationship Type="http://schemas.openxmlformats.org/officeDocument/2006/relationships/notesMaster" Target="/ppt/notesMasters/notesMaster1.xml" Id="R6a09702f20bd4a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bc5f8bc564337" /><Relationship Type="http://schemas.openxmlformats.org/officeDocument/2006/relationships/notesMaster" Target="/ppt/notesMasters/notesMaster1.xml" Id="Rbc0cb2cfc71743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7a96fab2f44b5b" /><Relationship Type="http://schemas.openxmlformats.org/officeDocument/2006/relationships/notesMaster" Target="/ppt/notesMasters/notesMaster1.xml" Id="Rdcbc1bcf66c0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6a243131a44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12984fe9f48cb" /><Relationship Type="http://schemas.openxmlformats.org/officeDocument/2006/relationships/slideLayout" Target="/ppt/slideLayouts/slideLayout1.xml" Id="Rce9779c85dda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9779c85dda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639c8a3cd4489" /><Relationship Type="http://schemas.openxmlformats.org/officeDocument/2006/relationships/notesSlide" Target="/ppt/notesSlides/notesSlide1.xml" Id="R718818d13d9a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cb61212e24191" /><Relationship Type="http://schemas.openxmlformats.org/officeDocument/2006/relationships/notesSlide" Target="/ppt/notesSlides/notesSlide2.xml" Id="Racb062741daf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60818d820464f" /><Relationship Type="http://schemas.openxmlformats.org/officeDocument/2006/relationships/notesSlide" Target="/ppt/notesSlides/notesSlide3.xml" Id="Re56816f6f1db4b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4a78cb35f4226" /><Relationship Type="http://schemas.openxmlformats.org/officeDocument/2006/relationships/notesSlide" Target="/ppt/notesSlides/notesSlide4.xml" Id="Rbac6542c381e42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38c37f8344faf" /><Relationship Type="http://schemas.openxmlformats.org/officeDocument/2006/relationships/notesSlide" Target="/ppt/notesSlides/notesSlide5.xml" Id="R9cab876980944c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e6cff38ca4ff6" /><Relationship Type="http://schemas.openxmlformats.org/officeDocument/2006/relationships/notesSlide" Target="/ppt/notesSlides/notesSlide6.xml" Id="R040d8b529d9e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bcf2108c94d5c" /><Relationship Type="http://schemas.openxmlformats.org/officeDocument/2006/relationships/notesSlide" Target="/ppt/notesSlides/notesSlide7.xml" Id="R6d626a127fc743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b1c30e8747c9" /><Relationship Type="http://schemas.openxmlformats.org/officeDocument/2006/relationships/notesSlide" Target="/ppt/notesSlides/notesSlide8.xml" Id="R66debd1e2ccc43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5acf70f254c72" /><Relationship Type="http://schemas.openxmlformats.org/officeDocument/2006/relationships/notesSlide" Target="/ppt/notesSlides/notesSlide9.xml" Id="R827810d5b98c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71d421eec4814" /><Relationship Type="http://schemas.openxmlformats.org/officeDocument/2006/relationships/notesSlide" Target="/ppt/notesSlides/notesSlide10.xml" Id="R402618870e1d49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8E3FC-4657-4C16-95DD-63D97D9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B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B7FF"/>
                </a:solidFill>
                <a:latin typeface="Aptos"/>
                <a:ea typeface="Aptos"/>
                <a:cs typeface="Aptos"/>
              </a:rPr>
              <a:t>BÀI TẬP LỚN • HỆ PHÂN TÁN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87599-58C7-454B-9D15-26313D01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Scribble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Distributed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9A55F-43E1-4CA4-B8AF-E10FD119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4D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9D4DF"/>
                </a:solidFill>
                <a:latin typeface="Aptos"/>
                <a:ea typeface="Aptos"/>
                <a:cs typeface="Aptos"/>
              </a:rPr>
              <a:t>Từ JSON database đơn node đến replication và snapshot sync qua HTTP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DF8CF-B286-4F3A-98FD-993709E2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04850"/>
            <a:ext cx="2476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240"/>
          </a:solidFill>
          <a:ln xmlns:a="http://schemas.openxmlformats.org/drawingml/2006/main" w="9525">
            <a:solidFill>
              <a:srgbClr val="3D536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72932-2B05-46F9-9F89-685A902E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38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29A17-239A-472D-BB40-C15C2896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tính năng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33EA0-0221-4D86-92B0-62CACA72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7E877-A1C8-43BD-ADC7-9A4D5B2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test hiện có tiếp tục chạy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1944D-637D-4B55-BE33-6F5C4703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8B7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8B7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A4C70-364D-4C3D-A957-1A72BD0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commit phát triển rõ ràng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664A8-F855-48F6-B80B-F22171D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8C5"/>
                </a:solidFill>
                <a:latin typeface="Aptos"/>
                <a:ea typeface="Aptos"/>
                <a:cs typeface="Aptos"/>
              </a:rPr>
              <a:t>[Tên nhóm] • [Môn học] • 2025–2026</a:t>
            </a:r>
          </a:p>
        </p:txBody>
      </p:sp>
    </p:spTree>
    <p:extLst>
      <p:ext uri="{BB962C8B-B14F-4D97-AF65-F5344CB8AC3E}">
        <p14:creationId xmlns:p14="http://schemas.microsoft.com/office/powerpoint/2010/main" val="2076776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76EBD9-72E4-4DCC-85EF-A39A644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3E1DB2-81AE-4E97-A401-E1EF29A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DỰ ÁN GỐC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A6FEFF9-FA6D-4FDF-8FCD-1F64D126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Scribble nhỏ vì nó làm đúng một việc: lưu JSON cục bộ.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F8429-46AD-4757-AF0A-549C8876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29C20-F656-4B50-9E7D-69512717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5903F-DD16-45E7-907D-983E4C90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Collection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= thư mục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86350-8CDF-4EC0-8C29-81C65AAE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Resource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= tệp 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7A61F-2D06-4C5A-BAD5-6C7537F7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Atomic write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= temp + rename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10A1-225E-4D2A-AF1C-B7177141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DF150-F86D-43CD-B767-6875FB41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API cốt lõi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9AB32-DFCC-4025-8550-BBEF1E19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5B279-FBD9-4088-AE53-929107C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file code chính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4FAB4-8DF4-48BD-BA48-BF8217D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B5474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46C7A-624D-4356-BBEF-108833B9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khả năng phân tán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B32EE-9A1B-436B-BAC5-DB6AF621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New • Write • Read • ReadAll • Delete</a:t>
            </a:r>
          </a:p>
        </p:txBody>
      </p:sp>
    </p:spTree>
    <p:extLst>
      <p:ext uri="{BB962C8B-B14F-4D97-AF65-F5344CB8AC3E}">
        <p14:creationId xmlns:p14="http://schemas.microsoft.com/office/powerpoint/2010/main" val="231872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6430CA9-333F-4EA5-B4DC-20ADDA0A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8324CF-A649-4F50-AA7A-45E600C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4D6A467-ED6D-47FE-9271-0586FD7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Kiến trúc gốc bảo vệ ghi đồng thời, nhưng dữ liệu dừng ở một máy.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6FC62-5E33-4411-AB4C-8DCD9A8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B2007-58A4-436B-BB7B-63EE040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2E82C-ED74-43BA-930F-0335584D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7419A-8173-4EB8-8C08-68AF3737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Driver.Write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1D65E-03D4-45E1-BB6C-4C13CC4D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Mutex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 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1A094-140B-4DBE-8FA3-90E37FF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JSON files</a:t>
            </a:r>
          </a:p>
        </p:txBody>
      </p: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62250" y="2809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10250" y="2809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58250" y="2809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BED2A-9D75-4AE4-B1BE-C09222BA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Điểm mở rộng: sau local write/delete thành công, phát operation sang peer.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35B05-29F0-478D-9F10-33471519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00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Baseline go test ./... chạy xanh trước khi thay đổi. Đây là rào chắn chống regression cho API cũ.</a:t>
            </a:r>
          </a:p>
        </p:txBody>
      </p:sp>
    </p:spTree>
    <p:extLst>
      <p:ext uri="{BB962C8B-B14F-4D97-AF65-F5344CB8AC3E}">
        <p14:creationId xmlns:p14="http://schemas.microsoft.com/office/powerpoint/2010/main" val="264775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19CDEE-1228-4B9B-BC1B-23CB05F7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DC9A23-424D-4681-9877-8D250E7C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THIẾT KẾ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AF6B573-01BE-45BA-9EE0-3DBD5CE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Hai tính năng mới giải quyết hai thời điểm khác nhau của dữ liệu.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C99C0-E770-49D8-AF3B-F312B22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4B493-B835-44C6-ABC8-C7DA894F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9EBCE-06F3-42BD-81EA-6C44D67D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1. HTTP peer replication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9FD3D-2CB4-42F0-A016-785A838B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28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Chuyển tiếp các Write/Delete mới sang peer. Peer apply local để không tạo vòng lặp.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2A947-1651-4FC9-9A24-45D80DA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2. Snapshot + SyncFrom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01900-E051-4E8C-8980-A7DA6CB0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28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Bootstrap hoặc sửa chữa node bằng cách merge trạng thái hiện có từ một peer.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D42A7-4C3E-4B23-BF25-A4F2997B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09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A712C-2234-46F0-861B-CA21498C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04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4747"/>
                </a:solidFill>
                <a:latin typeface="Aptos"/>
                <a:ea typeface="Aptos"/>
                <a:cs typeface="Aptos"/>
              </a:rPr>
              <a:t>Không consensus • Không quorum • Ưu tiên khả năng học và thực nghiệm</a:t>
            </a:r>
          </a:p>
        </p:txBody>
      </p:sp>
    </p:spTree>
    <p:extLst>
      <p:ext uri="{BB962C8B-B14F-4D97-AF65-F5344CB8AC3E}">
        <p14:creationId xmlns:p14="http://schemas.microsoft.com/office/powerpoint/2010/main" val="1992274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019EB9-BDB9-4A94-BD83-4B9994E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42A8AB-5B1F-4F49-90C9-6D47489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REPLICATION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BFBE5C5-4262-4D75-A88B-9D7348F4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Một thao tác local thành công trở thành operation được gửi đến từng peer.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C9226-2FF1-428C-ABD6-CB1F88D5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635F6-9DB4-4D29-BDDD-731E88F1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25EA5-8EFB-4BD3-9713-D332EB2A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52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B689-BA51-4597-8BB5-E76C63BE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NODE 1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Write local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91104-3649-4417-8F80-D64AF066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NODE 2</a:t>
            </a:r>
          </a:p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applyOperation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612DA-CA21-4D32-B3E2-EDBF107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NODE 3</a:t>
            </a:r>
          </a:p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applyOperation</a:t>
            </a:r>
          </a:p>
        </p:txBody>
      </p: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47875" y="3000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334000" y="2428875"/>
            <a:ext cx="152400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34000" y="3000375"/>
            <a:ext cx="15240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BC528-D3B3-469A-86F6-D61A9003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54747"/>
                </a:solidFill>
                <a:latin typeface="Aptos"/>
                <a:ea typeface="Aptos"/>
                <a:cs typeface="Aptos"/>
              </a:rPr>
              <a:t>Peer không forward operation lần nữa.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DFC1B-7249-4A94-B55E-9282127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54747"/>
                </a:solidFill>
                <a:latin typeface="Aptos"/>
                <a:ea typeface="Aptos"/>
                <a:cs typeface="Aptos"/>
              </a:rPr>
              <a:t>Lỗi peer được trả về cho caller.</a:t>
            </a:r>
          </a:p>
        </p:txBody>
      </p:sp>
    </p:spTree>
    <p:extLst>
      <p:ext uri="{BB962C8B-B14F-4D97-AF65-F5344CB8AC3E}">
        <p14:creationId xmlns:p14="http://schemas.microsoft.com/office/powerpoint/2010/main" val="384246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75C8F2C-8823-4668-8D39-2EAD245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A01A5A1-661E-4BF9-A2E1-F426936C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GIAO THỨC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207A9D4-CDF8-44D5-BA7A-6A58F41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Operation là hợp đồng nhỏ, đủ cho write và delete.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11E23-594E-46A4-A13C-3B85D00E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7F0C3-E3D2-406D-B3F6-3C8982E9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1C224-6444-4FB4-B24C-C3BF941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"type": "write",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"node_id": "node-1",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"collection": "notes",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"resource": "demo",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"data": { "title": "Distributed" }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535AB-45C4-4670-8DC5-F0AD95E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 /operations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34FC7-0FCA-4398-8B33-866EF11A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Nhận thao tác từ peer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1900A-2B72-4935-9B48-5E1C46B6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GET /snapshot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A00BB-7E4E-44E9-94D9-628E527E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Xuất toàn bộ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8EF2B-E787-41C9-9C3A-42A6146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 timeout 3s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C0240-993B-4703-BD87-D469D1E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Giới hạn lỗi mạng</a:t>
            </a:r>
          </a:p>
        </p:txBody>
      </p:sp>
    </p:spTree>
    <p:extLst>
      <p:ext uri="{BB962C8B-B14F-4D97-AF65-F5344CB8AC3E}">
        <p14:creationId xmlns:p14="http://schemas.microsoft.com/office/powerpoint/2010/main" val="1863673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5053398-DA50-4D8B-BFD6-386C08B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19A3EA-037F-454F-B5FB-745FE21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261F038-0FD7-481E-8D45-D2EA2CC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Snapshot sync giúp node mới bắt kịp trạng thái trước khi nhận traffic.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71DF7-9FFD-42E9-AEBC-639E57C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68F8B-3507-41C5-B07D-78FA66F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9961F-E9E6-4413-AAE1-BE661CCE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SOURCE NODE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CreateSnapshot()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26D9-DA2A-4479-A6C0-3AC4C5B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 SNAPSHOT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records[]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FED99-4F80-4943-93F7-7FE98FC1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NEW NODE</a:t>
            </a:r>
          </a:p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SyncFrom()</a:t>
            </a:r>
          </a:p>
        </p:txBody>
      </p:sp>
      <p:cxnSp>
        <p:nvCxnSpPr>
          <p:cNvPr id="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309562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96125" y="309562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0ECA1-51DB-4FDE-A497-2098DE48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933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Snapshot được merge bằng applyOperation local, vì vậy không tạo bão replication.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5B0A9-44D5-41FA-A925-70A4C712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54747"/>
                </a:solidFill>
                <a:latin typeface="Aptos"/>
                <a:ea typeface="Aptos"/>
                <a:cs typeface="Aptos"/>
              </a:rPr>
              <a:t>Phù hợp bootstrap/phục hồi thủ công; chưa phải snapshot nhất quán mạnh.</a:t>
            </a:r>
          </a:p>
        </p:txBody>
      </p:sp>
    </p:spTree>
    <p:extLst>
      <p:ext uri="{BB962C8B-B14F-4D97-AF65-F5344CB8AC3E}">
        <p14:creationId xmlns:p14="http://schemas.microsoft.com/office/powerpoint/2010/main" val="1621611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B96F5E-B427-4C3C-9A15-F0B5ED5C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BC3EBB-5061-4B08-8E0F-CD07349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THỰC NGHIỆM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46E777E-BD51-44BB-9939-FD243FF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Test tự động chứng minh hành vi phân tán mà không cần cổng mạng cố định.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61D19-2F20-4565-BAB3-615ABB3F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798F-0F0B-432C-ACC8-12518F69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9BFBE-EB26-4D9D-9100-14D30D9F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1E2C4-2CBC-44C6-92CC-9B104260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test gốc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3B7C1-91A4-4D78-946D-4649EF4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55E7C-97BA-4DF1-9668-3B09CE5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replication write/delete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46A58-4D47-4AED-89FB-B3F5A487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9926C-B397-4B65-9E38-2CBD0E77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1"/>
                </a:solidFill>
                <a:latin typeface="Aptos"/>
                <a:ea typeface="Aptos"/>
                <a:cs typeface="Aptos"/>
              </a:rPr>
              <a:t>snapshot SyncFrom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0E105-AF0D-4BAE-97C3-45D80802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test ./...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ok github.com/sdomino/scribble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714FC-4F2B-4261-9180-C11F117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httptest.NewServer tạo peer trong bộ nhớ → test nhanh, độc lập và phù hợp CI.</a:t>
            </a:r>
          </a:p>
        </p:txBody>
      </p:sp>
    </p:spTree>
    <p:extLst>
      <p:ext uri="{BB962C8B-B14F-4D97-AF65-F5344CB8AC3E}">
        <p14:creationId xmlns:p14="http://schemas.microsoft.com/office/powerpoint/2010/main" val="1786469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ABEB39-6BD0-45DB-9849-0E641087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58BAA5-353D-40A3-96FB-1401230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ĐÁNH GIÁ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7267526-37D2-4160-8E78-630FBB0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Prototype đổi sự đơn giản lấy những giới hạn phân tán có chủ đích.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B0D2-BE71-4835-8739-8156831F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1CD94-8A56-4555-9973-915D770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87994-2F68-49DC-AB1B-61B343B9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Đã giải quyết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616D2-E988-48D1-97A3-91D38D8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7048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Replication, bootstrap, loop prevention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C2354-A8BB-4D06-BAB0-D58AAFF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B5474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47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4747"/>
                </a:solidFill>
                <a:latin typeface="Aptos"/>
                <a:ea typeface="Aptos"/>
                <a:cs typeface="Aptos"/>
              </a:rPr>
              <a:t>Chưa giải quyết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F0C5A-6676-4042-B952-9B8F2B0B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67075"/>
            <a:ext cx="7048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Consensus, quorum, conflict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0609D-47B1-429C-9DAD-74F87B4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85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Bước tiếp theo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B3E5E-652E-4DFC-BEEA-0968AD1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52950"/>
            <a:ext cx="7048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Retry queue, version, TLS, metrics</a:t>
            </a:r>
          </a:p>
        </p:txBody>
      </p:sp>
    </p:spTree>
    <p:extLst>
      <p:ext uri="{BB962C8B-B14F-4D97-AF65-F5344CB8AC3E}">
        <p14:creationId xmlns:p14="http://schemas.microsoft.com/office/powerpoint/2010/main" val="661309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11FE14-79B2-4661-A384-A300A730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D1FA95-66F4-4AF1-B614-ECBDC30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BÀN GIAO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2CB3D26-FC01-4536-B913-15E2B4F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Mã nguồn, tài liệu và lịch sử commit tạo thành một bài nộp có thể kiểm chứng.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59665-0AFC-4040-BC56-6F3F8059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8B404-E71C-4E29-8FA6-5E5BAC22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2A660-6560-43AE-9274-2882C882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Commit 1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512D1-02C8-479E-B4F5-72B4FADA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Commit 2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Distributed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FA739-70F9-4277-836D-FCFCD3A7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D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Commit 3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Demo + 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277C1-5835-4767-A273-DE944897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E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Commit 4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+ slides</a:t>
            </a:r>
          </a:p>
        </p:txBody>
      </p: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52750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58250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C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F9810-A7D7-4EFC-80F2-6BA296F7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Push toàn bộ lịch sử lên repo nhóm; mỗi thành viên dùng branch/PR và commit thật.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BEF99-FDFD-4533-9C1C-9DDEB6F4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98258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2026-06-08T06:33:00.6840000Z</dcterms:created>
  <dcterms:modified xsi:type="dcterms:W3CDTF">2026-06-08T06:33:00.6840000Z</dcterms:modified>
</coreProperties>
</file>